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76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00400" cy="320040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QUALITY CLASSIFICATION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&amp; Decision Tree Algorithms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18872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92697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8F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200" dirty="0">
                <a:solidFill>
                  <a:srgbClr val="8F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CSE, KLH University                                                                                                                                                   Team:    Sudha             2520030455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8F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                                                                                                                 Keerthi            2520030416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09160"/>
          </a:xfrm>
          <a:prstGeom prst="rect">
            <a:avLst/>
          </a:prstGeom>
          <a:solidFill>
            <a:srgbClr val="F7F8F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Soil Quality Matters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directly determines crop yield, sustainability, and land-use decisions.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soil testing is slow, expensive, and requires expert lab analysis.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predict soil quality instantly from measurable chemical &amp; physical properties.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394960" cy="4709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understand the soil quality dataset through EDA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Decision Tree and Random Forest classifiers to predict Soil Quality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and identify the most influential soil features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best model for practical soil quality prediction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727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5727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3756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727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Types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57276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9154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Classes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Used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Soil_Type, pH, EC (Electrical Conductivity), Organic_Carbon, Nitrogen, Phosphorus, Potassium, Moisture, Temperature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Soil_Quality  —  Poor / Moderate / Good / Excellent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 in any of the 10 columns — the dataset required no imputation.</a:t>
            </a:r>
            <a:endParaRPr lang="en-US" sz="1200" dirty="0"/>
          </a:p>
        </p:txBody>
      </p:sp>
      <p:pic>
        <p:nvPicPr>
          <p:cNvPr id="20" name="Image 0" descr="/home/claude/soil_project/charts/soiltyp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46120"/>
            <a:ext cx="5120640" cy="3063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10 columns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6916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25112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25112" y="28529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.duplicated()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01584" y="15544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1584" y="16916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01584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01584" y="28529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8 numeric features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2331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 (Q1 − 1.5×IQR to Q3 + 1.5×IQR) found zero flagged points in every feature — every value lies within its expected statistical range.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perfectly clean dataset (no missing values, no duplicates, no outliers) meant no imputation, deduplication, or outlier-capping was needed before modeling.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Feature Distributions</a:t>
            </a:r>
            <a:endParaRPr lang="en-US" sz="3000" dirty="0"/>
          </a:p>
        </p:txBody>
      </p:sp>
      <p:pic>
        <p:nvPicPr>
          <p:cNvPr id="3" name="Image 0" descr="/home/claude/soil_project/charts/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4709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Target Distribution</a:t>
            </a:r>
            <a:endParaRPr lang="en-US" sz="3000" dirty="0"/>
          </a:p>
        </p:txBody>
      </p:sp>
      <p:pic>
        <p:nvPicPr>
          <p:cNvPr id="3" name="Image 0" descr="/home/claude/soil_project/charts/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0350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554480"/>
            <a:ext cx="4663440" cy="4480560"/>
          </a:xfrm>
          <a:prstGeom prst="rect">
            <a:avLst/>
          </a:prstGeom>
          <a:solidFill>
            <a:srgbClr val="F7F8F3"/>
          </a:solidFill>
          <a:ln/>
        </p:spPr>
      </p:sp>
      <p:sp>
        <p:nvSpPr>
          <p:cNvPr id="5" name="Text 2"/>
          <p:cNvSpPr/>
          <p:nvPr/>
        </p:nvSpPr>
        <p:spPr>
          <a:xfrm>
            <a:off x="726948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69480" y="2286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(454) and Poor (429) are the largest classes.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follows closely with 422 records.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is under-represented at 195 records — a mild class imbalance to be aware of during evaluation.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Feature Correlation</a:t>
            </a:r>
            <a:endParaRPr lang="en-US" sz="3000" dirty="0"/>
          </a:p>
        </p:txBody>
      </p:sp>
      <p:pic>
        <p:nvPicPr>
          <p:cNvPr id="3" name="Image 0" descr="/home/claude/soil_project/charts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60350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23760" y="1554480"/>
            <a:ext cx="4389120" cy="4480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2"/>
          <p:cNvSpPr/>
          <p:nvPr/>
        </p:nvSpPr>
        <p:spPr>
          <a:xfrm>
            <a:off x="754380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43800" y="228600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numeric features are weakly correlated with each other — little redundancy.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pairwise correlation (Organic_Carbon–Nitrogen) is still only 0.05 — essentially no multicollinearity.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tree-based models can use each feature independently, without redundant information skewing the split decisions.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Feature Spread by Quality Class</a:t>
            </a:r>
            <a:endParaRPr lang="en-US" sz="3000" dirty="0"/>
          </a:p>
        </p:txBody>
      </p:sp>
      <p:pic>
        <p:nvPicPr>
          <p:cNvPr id="3" name="Image 0" descr="/home/claude/soil_project/charts/feature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4709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Class Separation</a:t>
            </a:r>
            <a:endParaRPr lang="en-US" sz="3000" dirty="0"/>
          </a:p>
        </p:txBody>
      </p:sp>
      <p:pic>
        <p:nvPicPr>
          <p:cNvPr id="3" name="Image 0" descr="/home/claude/soil_project/charts/scatter_n_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12648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23760" y="1554480"/>
            <a:ext cx="4389120" cy="4480560"/>
          </a:xfrm>
          <a:prstGeom prst="rect">
            <a:avLst/>
          </a:prstGeom>
          <a:solidFill>
            <a:srgbClr val="F7F8F3"/>
          </a:solidFill>
          <a:ln/>
        </p:spPr>
      </p:sp>
      <p:sp>
        <p:nvSpPr>
          <p:cNvPr id="5" name="Text 2"/>
          <p:cNvSpPr/>
          <p:nvPr/>
        </p:nvSpPr>
        <p:spPr>
          <a:xfrm>
            <a:off x="754380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43800" y="228600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 shows the clearest separation across classes — Excellent soils cluster distinctly higher.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levels also rise steadily from Poor to Excellent soil.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two features are the strongest visual predictors of soil quality — confirmed later by feature importance.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Soil Type vs Soil Quality</a:t>
            </a:r>
            <a:endParaRPr lang="en-US" sz="3000" dirty="0"/>
          </a:p>
        </p:txBody>
      </p:sp>
      <p:pic>
        <p:nvPicPr>
          <p:cNvPr id="3" name="Image 0" descr="/home/claude/soil_project/charts/soiltype_vs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943600" cy="4709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554480"/>
            <a:ext cx="4663440" cy="4480560"/>
          </a:xfrm>
          <a:prstGeom prst="rect">
            <a:avLst/>
          </a:prstGeom>
          <a:solidFill>
            <a:srgbClr val="F7F8F3"/>
          </a:solidFill>
          <a:ln/>
        </p:spPr>
      </p:sp>
      <p:sp>
        <p:nvSpPr>
          <p:cNvPr id="5" name="Text 2"/>
          <p:cNvSpPr/>
          <p:nvPr/>
        </p:nvSpPr>
        <p:spPr>
          <a:xfrm>
            <a:off x="726948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69480" y="2286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classes are spread fairly evenly across Clay, Loamy, and Sandy soils — no single soil type dominates any one quality band.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lines up with the feature-importance results: Soil_Type contributes under 1% to the Random Forest's predictions.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here is driven almost entirely by chemical composition (Organic Carbon, Nitrogen) rather than which soil type it is.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0020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1600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957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Soil_Type; verified no missing values.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957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— 1,200 train, 300 test records.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3957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Decision Tree and a Random Forest classifier.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96696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15400" y="22402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3957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28346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using accuracy, F1-score, and confusion matrices.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064240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(max_depth=6)  →  interpretable baseline        Random Forest (200 trees, max_depth=10)  →  ensemble of trees for stronger generalization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pic>
        <p:nvPicPr>
          <p:cNvPr id="3" name="Image 0" descr="/home/claude/soil_project/char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85216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554480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F7F8F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99.67%      Weighted F1: 99.67%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0" y="26060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but slightly more sensitive to individual misclassifications at class boundaries.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0" y="3749040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4343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100.00%      Weighted F1: 100.00%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32320" y="48006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trees eliminates the remaining boundary errors — best overall performer on this dataset.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 — Test Set (300 samples)</a:t>
            </a:r>
            <a:endParaRPr lang="en-US" sz="3000" dirty="0"/>
          </a:p>
        </p:txBody>
      </p:sp>
      <p:pic>
        <p:nvPicPr>
          <p:cNvPr id="3" name="Image 0" descr="/home/claude/soil_project/chart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1088136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shows a perfectly diagonal matrix — zero misclassifications. The Decision Tree misclassifies just 1 sample between the adjacent Good/Poor boundary classes.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Feature Importance</a:t>
            </a:r>
            <a:endParaRPr lang="en-US" sz="3000" dirty="0"/>
          </a:p>
        </p:txBody>
      </p:sp>
      <p:pic>
        <p:nvPicPr>
          <p:cNvPr id="3" name="Image 0" descr="/home/claude/soil_project/char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12648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1554480"/>
            <a:ext cx="4480560" cy="4480560"/>
          </a:xfrm>
          <a:prstGeom prst="rect">
            <a:avLst/>
          </a:prstGeom>
          <a:solidFill>
            <a:srgbClr val="F7F8F3"/>
          </a:solidFill>
          <a:ln/>
        </p:spPr>
      </p:sp>
      <p:sp>
        <p:nvSpPr>
          <p:cNvPr id="5" name="Text 2"/>
          <p:cNvSpPr/>
          <p:nvPr/>
        </p:nvSpPr>
        <p:spPr>
          <a:xfrm>
            <a:off x="745236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52360" y="2286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Organic_Carbon dominates with ~64% importance — by far the strongest predictor.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contributes ~26% — together these two features explain ~90% of the model's decisions.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2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EC, Moisture, Temperature, Phosphorus, Potassium and Soil_Type each contribute marginally (&lt;2% each).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Quality Classification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100% test accuracy, outperforming the standalone Decision Tree (99.67%), by correcting the few boundary errors made near overlapping class ranges.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 and Nitrogen are the dominant drivers of soil quality classification — together accounting for roughly 90% of predictive importance.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generalize better than a single tree, making Random Forest the recommended model for real-world soil quality prediction.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4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test on field-collected (non-synthetic) soil samples and explore additional agronomic features such as micronutrients and rainfall history.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940</Words>
  <Application>Microsoft Office PowerPoint</Application>
  <PresentationFormat>Widescreen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Apple Puvvada</cp:lastModifiedBy>
  <cp:revision>2</cp:revision>
  <dcterms:created xsi:type="dcterms:W3CDTF">2026-08-28T06:46:17Z</dcterms:created>
  <dcterms:modified xsi:type="dcterms:W3CDTF">2026-08-28T08:37:00Z</dcterms:modified>
</cp:coreProperties>
</file>